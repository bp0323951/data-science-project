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E705D2-6A5F-46A8-B474-6371E1158CEF}" v="4" dt="2026-01-02T15:42:39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58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RUPP, Fiona (NHS BRISTOL, NORTH SOMERSET AND SOUTH GLOUCESTERSHIRE ICB - 15C)" userId="90fc2996-5a4d-48a4-936d-d742363f4bf1" providerId="ADAL" clId="{95736B0D-8631-4878-826A-07F31FCF8A4A}"/>
    <pc:docChg chg="custSel modSld">
      <pc:chgData name="THRUPP, Fiona (NHS BRISTOL, NORTH SOMERSET AND SOUTH GLOUCESTERSHIRE ICB - 15C)" userId="90fc2996-5a4d-48a4-936d-d742363f4bf1" providerId="ADAL" clId="{95736B0D-8631-4878-826A-07F31FCF8A4A}" dt="2026-01-02T15:42:53.663" v="29" actId="167"/>
      <pc:docMkLst>
        <pc:docMk/>
      </pc:docMkLst>
      <pc:sldChg chg="addSp delSp modSp mod">
        <pc:chgData name="THRUPP, Fiona (NHS BRISTOL, NORTH SOMERSET AND SOUTH GLOUCESTERSHIRE ICB - 15C)" userId="90fc2996-5a4d-48a4-936d-d742363f4bf1" providerId="ADAL" clId="{95736B0D-8631-4878-826A-07F31FCF8A4A}" dt="2026-01-02T15:42:53.663" v="29" actId="167"/>
        <pc:sldMkLst>
          <pc:docMk/>
          <pc:sldMk cId="585768740" sldId="256"/>
        </pc:sldMkLst>
        <pc:picChg chg="del">
          <ac:chgData name="THRUPP, Fiona (NHS BRISTOL, NORTH SOMERSET AND SOUTH GLOUCESTERSHIRE ICB - 15C)" userId="90fc2996-5a4d-48a4-936d-d742363f4bf1" providerId="ADAL" clId="{95736B0D-8631-4878-826A-07F31FCF8A4A}" dt="2026-01-02T15:41:25.731" v="16" actId="478"/>
          <ac:picMkLst>
            <pc:docMk/>
            <pc:sldMk cId="585768740" sldId="256"/>
            <ac:picMk id="5" creationId="{5C6E16F5-8128-88B6-C56F-D38F2EFA5390}"/>
          </ac:picMkLst>
        </pc:picChg>
        <pc:picChg chg="del">
          <ac:chgData name="THRUPP, Fiona (NHS BRISTOL, NORTH SOMERSET AND SOUTH GLOUCESTERSHIRE ICB - 15C)" userId="90fc2996-5a4d-48a4-936d-d742363f4bf1" providerId="ADAL" clId="{95736B0D-8631-4878-826A-07F31FCF8A4A}" dt="2026-01-02T15:42:39.446" v="23" actId="478"/>
          <ac:picMkLst>
            <pc:docMk/>
            <pc:sldMk cId="585768740" sldId="256"/>
            <ac:picMk id="7" creationId="{7DD48D53-CF5B-49E8-88A1-0C9529515A6A}"/>
          </ac:picMkLst>
        </pc:picChg>
        <pc:picChg chg="del">
          <ac:chgData name="THRUPP, Fiona (NHS BRISTOL, NORTH SOMERSET AND SOUTH GLOUCESTERSHIRE ICB - 15C)" userId="90fc2996-5a4d-48a4-936d-d742363f4bf1" providerId="ADAL" clId="{95736B0D-8631-4878-826A-07F31FCF8A4A}" dt="2026-01-02T15:39:51.372" v="7" actId="478"/>
          <ac:picMkLst>
            <pc:docMk/>
            <pc:sldMk cId="585768740" sldId="256"/>
            <ac:picMk id="9" creationId="{00CB8F13-AA3E-11B7-FDC5-C24C43D40740}"/>
          </ac:picMkLst>
        </pc:picChg>
        <pc:picChg chg="del">
          <ac:chgData name="THRUPP, Fiona (NHS BRISTOL, NORTH SOMERSET AND SOUTH GLOUCESTERSHIRE ICB - 15C)" userId="90fc2996-5a4d-48a4-936d-d742363f4bf1" providerId="ADAL" clId="{95736B0D-8631-4878-826A-07F31FCF8A4A}" dt="2026-01-02T15:38:32.702" v="0" actId="478"/>
          <ac:picMkLst>
            <pc:docMk/>
            <pc:sldMk cId="585768740" sldId="256"/>
            <ac:picMk id="11" creationId="{5913DD50-929B-86E2-E97F-EBC607B220E5}"/>
          </ac:picMkLst>
        </pc:picChg>
        <pc:picChg chg="add mod ord">
          <ac:chgData name="THRUPP, Fiona (NHS BRISTOL, NORTH SOMERSET AND SOUTH GLOUCESTERSHIRE ICB - 15C)" userId="90fc2996-5a4d-48a4-936d-d742363f4bf1" providerId="ADAL" clId="{95736B0D-8631-4878-826A-07F31FCF8A4A}" dt="2026-01-02T15:38:50.755" v="6" actId="167"/>
          <ac:picMkLst>
            <pc:docMk/>
            <pc:sldMk cId="585768740" sldId="256"/>
            <ac:picMk id="22" creationId="{7B321AF6-9862-AB1B-B581-C6C6CE245321}"/>
          </ac:picMkLst>
        </pc:picChg>
        <pc:picChg chg="add mod ord">
          <ac:chgData name="THRUPP, Fiona (NHS BRISTOL, NORTH SOMERSET AND SOUTH GLOUCESTERSHIRE ICB - 15C)" userId="90fc2996-5a4d-48a4-936d-d742363f4bf1" providerId="ADAL" clId="{95736B0D-8631-4878-826A-07F31FCF8A4A}" dt="2026-01-02T15:40:14.222" v="15" actId="167"/>
          <ac:picMkLst>
            <pc:docMk/>
            <pc:sldMk cId="585768740" sldId="256"/>
            <ac:picMk id="24" creationId="{93C4116E-DF8F-3DA1-36A6-2890930B543E}"/>
          </ac:picMkLst>
        </pc:picChg>
        <pc:picChg chg="add mod ord">
          <ac:chgData name="THRUPP, Fiona (NHS BRISTOL, NORTH SOMERSET AND SOUTH GLOUCESTERSHIRE ICB - 15C)" userId="90fc2996-5a4d-48a4-936d-d742363f4bf1" providerId="ADAL" clId="{95736B0D-8631-4878-826A-07F31FCF8A4A}" dt="2026-01-02T15:41:46.973" v="22" actId="167"/>
          <ac:picMkLst>
            <pc:docMk/>
            <pc:sldMk cId="585768740" sldId="256"/>
            <ac:picMk id="26" creationId="{50675225-9A0C-CBFE-BD01-C9A12CFA5D95}"/>
          </ac:picMkLst>
        </pc:picChg>
        <pc:picChg chg="add mod ord">
          <ac:chgData name="THRUPP, Fiona (NHS BRISTOL, NORTH SOMERSET AND SOUTH GLOUCESTERSHIRE ICB - 15C)" userId="90fc2996-5a4d-48a4-936d-d742363f4bf1" providerId="ADAL" clId="{95736B0D-8631-4878-826A-07F31FCF8A4A}" dt="2026-01-02T15:42:53.663" v="29" actId="167"/>
          <ac:picMkLst>
            <pc:docMk/>
            <pc:sldMk cId="585768740" sldId="256"/>
            <ac:picMk id="28" creationId="{E8BEF897-05A4-FBFA-6F5E-C41B8412911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0B5F0-02A3-0F86-4B3F-E125D6A99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718F3-1448-C992-A93D-B0A08216A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7209F-8041-DF07-8133-C135B9EE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9C552-0C7E-7E76-6BA9-E2FDF747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B1317-F732-D194-4816-8040D68C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8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78A4F-539C-3BCA-5F0D-BB69C91F3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422A-B8DD-A378-3CD3-52425E081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5266E-E3CD-5296-FFFF-8C5E2AC7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1F2CC-05D0-50F8-CAC8-95692EED1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DB871-1D0B-BF87-7E10-916B9214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303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44BE-8A52-D911-8A77-32D994F2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DBC7-1A6E-82A3-934E-A47D0B93F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139F2-F6F3-9EF0-CCF3-797107CB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7C1BA-E190-9F4C-8139-35084FD8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97B25-6AD0-2B8F-8D37-9B699808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037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D5C7E-9800-7388-BE4B-F3B66988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C6544-759C-2CFE-E12B-9A9F29DEE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D658F-CFAF-AF59-4D8F-359D87AAC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C259C-ED8B-CEE7-A354-E9A401B1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54E47-FE47-1EFB-CF15-D4B9F34FC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1B1A2-A1BA-3632-246C-B0F794A5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858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D231-7BC9-86D1-2EAF-E7B190BF7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E7A43-6E5C-01D3-4F17-6C18BE5DD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2A666-513E-BE07-BCD1-3885450D4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E3E10-8762-EB56-46C0-730B545C78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78391-67F6-7D73-A6B0-AC2C98EAB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4AA474-68A1-C95F-AF38-7E09B3BE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3374E0-A0DD-EE54-E05D-7357724B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B3587B-D5FB-223A-5C0E-20CABCD0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87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F8F5-DE33-EE96-822C-6188ED2A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66BA2-3266-AC49-8FE4-1F244881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E21B9-4E77-E2E3-AC36-D09697A2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F4F41-F90C-E284-D930-5A9FA284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13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85CEA8-5E19-D4AF-11B2-8C5D851E2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A5D72-BA6F-2940-F56F-7FB452CF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F8247-0934-BD63-A7B5-069F97D3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908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15A9-3380-1965-FC62-BF05A80F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956B3-9BD2-DD0A-F107-B08CF801E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FFD3A6-606C-8B29-8079-F1C6F9E11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58F97-023D-393E-9052-8B236D48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45584-0A85-5711-CBD9-83E08DE3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1EA66-B513-6502-FB65-5F773DA4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32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9B4D-7B3E-3E40-CBC8-3CC1AE84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E7334-2A59-65AC-0925-0068D7762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E15EA-5ACF-35D2-EA35-973EAEABB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CB25-3D4E-0500-C6E6-708C294E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12C38-A76B-122F-F554-C7B86A46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9EB81-2ACD-042E-3AA9-0954229E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81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20AFB-6969-80FF-F06D-26FA0845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728BB-2128-E211-D4AA-018242EAE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A1CC2-1E11-A753-5AFF-A42994F8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AD5A6-80DC-CB06-4FD2-2B6CEDE2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811E0-C9F5-3B8D-EB5C-F2B125242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54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01392E-E09D-0705-8DE0-0681200CBF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13FAC-F1B9-AC00-2EA5-4F700A292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FBDA8-D0E1-DA75-17C3-1301679C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6BD0-596D-3370-08D0-E799C4B52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4BA5E-A56A-4394-4570-7222013F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41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B59E2-6FF7-38EE-DE4A-7E358396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0D054-EC20-3622-AB50-A4DCF2268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FA400-F6FC-B88A-DC44-CF3B7355A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16B6B-6F45-4B5F-BC85-DEDFC5325498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C51E9-FAFC-3762-4878-1F2516DC9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AB92D-0E93-656C-5101-DD6993FF9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C4F78-833D-4545-AFDF-B6E8ED0F88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49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graph of blue dots&#10;&#10;AI-generated content may be incorrect.">
            <a:extLst>
              <a:ext uri="{FF2B5EF4-FFF2-40B4-BE49-F238E27FC236}">
                <a16:creationId xmlns:a16="http://schemas.microsoft.com/office/drawing/2014/main" id="{E8BEF897-05A4-FBFA-6F5E-C41B84129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202" y="3427200"/>
            <a:ext cx="4210424" cy="3349256"/>
          </a:xfrm>
          <a:prstGeom prst="rect">
            <a:avLst/>
          </a:prstGeom>
        </p:spPr>
      </p:pic>
      <p:pic>
        <p:nvPicPr>
          <p:cNvPr id="26" name="Picture 25" descr="A graph of a graph with dots&#10;&#10;AI-generated content may be incorrect.">
            <a:extLst>
              <a:ext uri="{FF2B5EF4-FFF2-40B4-BE49-F238E27FC236}">
                <a16:creationId xmlns:a16="http://schemas.microsoft.com/office/drawing/2014/main" id="{50675225-9A0C-CBFE-BD01-C9A12CFA5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7" y="0"/>
            <a:ext cx="4260547" cy="3389127"/>
          </a:xfrm>
          <a:prstGeom prst="rect">
            <a:avLst/>
          </a:prstGeom>
        </p:spPr>
      </p:pic>
      <p:pic>
        <p:nvPicPr>
          <p:cNvPr id="24" name="Picture 23" descr="A graph of blue dots&#10;&#10;AI-generated content may be incorrect.">
            <a:extLst>
              <a:ext uri="{FF2B5EF4-FFF2-40B4-BE49-F238E27FC236}">
                <a16:creationId xmlns:a16="http://schemas.microsoft.com/office/drawing/2014/main" id="{93C4116E-DF8F-3DA1-36A6-2890930B5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693" y="39872"/>
            <a:ext cx="4210424" cy="3349256"/>
          </a:xfrm>
          <a:prstGeom prst="rect">
            <a:avLst/>
          </a:prstGeom>
        </p:spPr>
      </p:pic>
      <p:pic>
        <p:nvPicPr>
          <p:cNvPr id="22" name="Picture 21" descr="A graph of blue dots&#10;&#10;AI-generated content may be incorrect.">
            <a:extLst>
              <a:ext uri="{FF2B5EF4-FFF2-40B4-BE49-F238E27FC236}">
                <a16:creationId xmlns:a16="http://schemas.microsoft.com/office/drawing/2014/main" id="{7B321AF6-9862-AB1B-B581-C6C6CE2453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27200"/>
            <a:ext cx="4310672" cy="34290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4F618B-0E3D-40BF-8132-AAD4372D54AB}"/>
              </a:ext>
            </a:extLst>
          </p:cNvPr>
          <p:cNvCxnSpPr/>
          <p:nvPr/>
        </p:nvCxnSpPr>
        <p:spPr>
          <a:xfrm>
            <a:off x="4309937" y="0"/>
            <a:ext cx="0" cy="6858000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62361B-D9D2-40ED-9B37-FBEED62A1CDA}"/>
              </a:ext>
            </a:extLst>
          </p:cNvPr>
          <p:cNvCxnSpPr>
            <a:cxnSpLocks/>
          </p:cNvCxnSpPr>
          <p:nvPr/>
        </p:nvCxnSpPr>
        <p:spPr>
          <a:xfrm flipH="1">
            <a:off x="-1469" y="3428100"/>
            <a:ext cx="8621341" cy="0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8243B1-F1F4-509B-CBD5-E3E6F44EB564}"/>
              </a:ext>
            </a:extLst>
          </p:cNvPr>
          <p:cNvCxnSpPr>
            <a:cxnSpLocks/>
          </p:cNvCxnSpPr>
          <p:nvPr/>
        </p:nvCxnSpPr>
        <p:spPr>
          <a:xfrm flipH="1">
            <a:off x="0" y="6858000"/>
            <a:ext cx="8621341" cy="0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BCE77C-74F1-36BB-0A83-6B76AE6EB503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8621341" cy="0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77E7F4B-2918-D99D-FC8B-0EDCD84824E2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64842F-EE68-ADCA-364E-9BE50384298A}"/>
              </a:ext>
            </a:extLst>
          </p:cNvPr>
          <p:cNvCxnSpPr/>
          <p:nvPr/>
        </p:nvCxnSpPr>
        <p:spPr>
          <a:xfrm>
            <a:off x="8619872" y="-1800"/>
            <a:ext cx="0" cy="6858000"/>
          </a:xfrm>
          <a:prstGeom prst="line">
            <a:avLst/>
          </a:prstGeom>
          <a:ln w="444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768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NHS South, Central and West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THRUPP, Fiona (NHS BRISTOL, NORTH SOMERSET AND SOUTH GLOUCESTERSHIRE ICB - 15C)</dc:creator>
  <cp:lastModifiedBy>THRUPP, Fiona (NHS BRISTOL, NORTH SOMERSET AND SOUTH GLOUCESTERSHIRE ICB - 15C)</cp:lastModifiedBy>
  <cp:revision>1</cp:revision>
  <dcterms:created xsi:type="dcterms:W3CDTF">2026-01-02T15:27:38Z</dcterms:created>
  <dcterms:modified xsi:type="dcterms:W3CDTF">2026-01-02T15:42:59Z</dcterms:modified>
</cp:coreProperties>
</file>